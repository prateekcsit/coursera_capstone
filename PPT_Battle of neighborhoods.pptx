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1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2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4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4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9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1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2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9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2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0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6428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18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25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73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6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4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CE7EC1-1156-476A-9DF6-778AB464A51F}" type="datetimeFigureOut">
              <a:rPr lang="en-US" smtClean="0"/>
              <a:t>6/14/2019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ECBC1-F962-4D9A-A327-38B06E5B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58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 smtClean="0"/>
              <a:t>Battle of Neighborhoods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Determining Appropriate Location for Warehouse of Restaurant Raw Materials Supplies </a:t>
            </a:r>
            <a:r>
              <a:rPr lang="en-US" b="1" dirty="0" smtClean="0"/>
              <a:t>Business</a:t>
            </a:r>
          </a:p>
          <a:p>
            <a:r>
              <a:rPr lang="en-US" b="1" dirty="0" smtClean="0"/>
              <a:t>By: Prateek </a:t>
            </a:r>
            <a:r>
              <a:rPr lang="en-US" b="1" dirty="0" err="1" smtClean="0"/>
              <a:t>vashishtha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44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Proposed Solution</a:t>
            </a:r>
          </a:p>
          <a:p>
            <a:r>
              <a:rPr lang="en-US" dirty="0" err="1" smtClean="0"/>
              <a:t>Methdology</a:t>
            </a:r>
            <a:endParaRPr lang="en-US" dirty="0" smtClean="0"/>
          </a:p>
          <a:p>
            <a:r>
              <a:rPr lang="en-US" dirty="0" smtClean="0"/>
              <a:t>Analysis</a:t>
            </a:r>
          </a:p>
          <a:p>
            <a:r>
              <a:rPr lang="en-US" dirty="0" smtClean="0"/>
              <a:t>Results</a:t>
            </a:r>
          </a:p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27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Fooracles need to decide location to start warehouse for raw material supplies to restaurants in New Delhi</a:t>
            </a:r>
          </a:p>
          <a:p>
            <a:r>
              <a:rPr lang="en-US" dirty="0" smtClean="0"/>
              <a:t>Raw materials are supplied to restaurants on daily basis by vendors</a:t>
            </a:r>
          </a:p>
          <a:p>
            <a:r>
              <a:rPr lang="en-US" dirty="0" smtClean="0"/>
              <a:t>Cost of transportation needs to be reduced and also time taken to supply</a:t>
            </a:r>
          </a:p>
          <a:p>
            <a:r>
              <a:rPr lang="en-US" dirty="0" smtClean="0"/>
              <a:t>More appropriate location is always that has maximum restaurants in close vicinity</a:t>
            </a:r>
          </a:p>
          <a:p>
            <a:r>
              <a:rPr lang="en-US" dirty="0" smtClean="0"/>
              <a:t>Starting location to consider is New Delhi central location coordinates</a:t>
            </a:r>
          </a:p>
        </p:txBody>
      </p:sp>
    </p:spTree>
    <p:extLst>
      <p:ext uri="{BB962C8B-B14F-4D97-AF65-F5344CB8AC3E}">
        <p14:creationId xmlns:p14="http://schemas.microsoft.com/office/powerpoint/2010/main" val="28629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geo location data of coordinates of neighborhoods in New delhi can be used</a:t>
            </a:r>
          </a:p>
          <a:p>
            <a:r>
              <a:rPr lang="en-US" dirty="0" smtClean="0"/>
              <a:t>Determining the count of restaurants in close vicinity to multiple locations</a:t>
            </a:r>
          </a:p>
          <a:p>
            <a:r>
              <a:rPr lang="en-US" dirty="0" smtClean="0"/>
              <a:t>Comparing suitable locations for building up warehouse</a:t>
            </a:r>
          </a:p>
          <a:p>
            <a:r>
              <a:rPr lang="en-US" dirty="0" smtClean="0"/>
              <a:t>Finding which location has maximum number of restaurants approachable easily in less time and with minimum transportation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9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Foursquare API is used to get JSON format data that contains neighborhood data of New Delhi</a:t>
            </a:r>
          </a:p>
          <a:p>
            <a:r>
              <a:rPr lang="en-US" dirty="0" smtClean="0"/>
              <a:t>JSON file is parsed to get data in raw format</a:t>
            </a:r>
          </a:p>
          <a:p>
            <a:r>
              <a:rPr lang="en-US" dirty="0" smtClean="0"/>
              <a:t>Data is then converted to Pandas </a:t>
            </a:r>
            <a:r>
              <a:rPr lang="en-US" dirty="0" err="1" smtClean="0"/>
              <a:t>DataFrame</a:t>
            </a:r>
            <a:r>
              <a:rPr lang="en-US" dirty="0" smtClean="0"/>
              <a:t> in Python</a:t>
            </a:r>
          </a:p>
          <a:p>
            <a:r>
              <a:rPr lang="en-US" dirty="0" smtClean="0"/>
              <a:t>Data is then further mined deeper to get more neighborhoods in detail</a:t>
            </a:r>
          </a:p>
          <a:p>
            <a:r>
              <a:rPr lang="en-US" dirty="0" smtClean="0"/>
              <a:t>Detailed data is segmented to get only data related to restaurants</a:t>
            </a:r>
          </a:p>
          <a:p>
            <a:r>
              <a:rPr lang="en-US" dirty="0" smtClean="0"/>
              <a:t>This data is then used to get distance from chosen points and analyzed to get count of restaurants in close vicinity to chosen center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0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423848"/>
            <a:ext cx="3379979" cy="216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36" y="1423848"/>
            <a:ext cx="3672314" cy="216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296" y="1423848"/>
            <a:ext cx="3685961" cy="21655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46111" y="3744112"/>
            <a:ext cx="11200146" cy="350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 smtClean="0"/>
              <a:t>	New Delhi Central					</a:t>
            </a:r>
            <a:r>
              <a:rPr lang="en-US" sz="2000" dirty="0" err="1" smtClean="0"/>
              <a:t>Sevilla</a:t>
            </a:r>
            <a:r>
              <a:rPr lang="en-US" sz="2000" dirty="0" smtClean="0"/>
              <a:t>							</a:t>
            </a:r>
            <a:r>
              <a:rPr lang="en-US" sz="2000" dirty="0" err="1" smtClean="0"/>
              <a:t>Rajinder</a:t>
            </a:r>
            <a:r>
              <a:rPr lang="en-US" sz="2000" dirty="0" smtClean="0"/>
              <a:t> da </a:t>
            </a:r>
            <a:r>
              <a:rPr lang="en-US" sz="2000" dirty="0" err="1" smtClean="0"/>
              <a:t>Dhaba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468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Title 1"/>
          <p:cNvSpPr txBox="1">
            <a:spLocks noGrp="1"/>
          </p:cNvSpPr>
          <p:nvPr>
            <p:ph idx="1"/>
          </p:nvPr>
        </p:nvSpPr>
        <p:spPr>
          <a:xfrm>
            <a:off x="0" y="4345742"/>
            <a:ext cx="12192000" cy="4309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 smtClean="0"/>
              <a:t>				New Delhi Central					</a:t>
            </a:r>
            <a:r>
              <a:rPr lang="en-US" sz="2000" dirty="0" err="1" smtClean="0"/>
              <a:t>Sevilla</a:t>
            </a:r>
            <a:r>
              <a:rPr lang="en-US" sz="2000" dirty="0" smtClean="0"/>
              <a:t>							</a:t>
            </a:r>
            <a:r>
              <a:rPr lang="en-US" sz="2000" dirty="0" err="1" smtClean="0"/>
              <a:t>Rajinder</a:t>
            </a:r>
            <a:r>
              <a:rPr lang="en-US" sz="2000" dirty="0" smtClean="0"/>
              <a:t> da </a:t>
            </a:r>
            <a:r>
              <a:rPr lang="en-US" sz="2000" dirty="0" err="1" smtClean="0"/>
              <a:t>Dhaba</a:t>
            </a:r>
            <a:endParaRPr lang="en-US" sz="20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767" y="1510627"/>
            <a:ext cx="2830987" cy="2610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56" y="1510628"/>
            <a:ext cx="4478670" cy="2610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047" y="1510627"/>
            <a:ext cx="3659573" cy="2610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851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Results shows that more restaurants are available in close vicinity to </a:t>
            </a:r>
            <a:r>
              <a:rPr lang="en-US" dirty="0" err="1" smtClean="0"/>
              <a:t>Sevilla</a:t>
            </a:r>
            <a:r>
              <a:rPr lang="en-US" dirty="0" smtClean="0"/>
              <a:t> neighborhood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4000"/>
                    </a14:imgEffect>
                    <a14:imgEffect>
                      <a14:brightnessContrast bright="-9000" contras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1" y="3349160"/>
            <a:ext cx="10265273" cy="2137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834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basis of analysis we can advice Fooracles suitable location to start new business as </a:t>
            </a:r>
            <a:r>
              <a:rPr lang="en-US" dirty="0" err="1" smtClean="0"/>
              <a:t>Sevilla</a:t>
            </a:r>
            <a:endParaRPr lang="en-US" dirty="0"/>
          </a:p>
          <a:p>
            <a:r>
              <a:rPr lang="en-US" dirty="0" err="1" smtClean="0"/>
              <a:t>Sevilla</a:t>
            </a:r>
            <a:r>
              <a:rPr lang="en-US" dirty="0" smtClean="0"/>
              <a:t> neighborhood contains main areas of business as Khan Market, </a:t>
            </a:r>
            <a:r>
              <a:rPr lang="en-US" dirty="0" err="1" smtClean="0"/>
              <a:t>Lodhi</a:t>
            </a:r>
            <a:r>
              <a:rPr lang="en-US" dirty="0" smtClean="0"/>
              <a:t> Estate or Nehru Palace</a:t>
            </a:r>
          </a:p>
          <a:p>
            <a:r>
              <a:rPr lang="en-US" dirty="0" smtClean="0"/>
              <a:t>More analysis can be done using detail data of restaurants and pricing data of locations to rent or buy a 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93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 You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05" y="2052638"/>
            <a:ext cx="5587164" cy="3679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4541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301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Battle of Neighborhoods</vt:lpstr>
      <vt:lpstr>Contents</vt:lpstr>
      <vt:lpstr>Introduction </vt:lpstr>
      <vt:lpstr>Proposed Solution</vt:lpstr>
      <vt:lpstr>Methodology</vt:lpstr>
      <vt:lpstr>Results</vt:lpstr>
      <vt:lpstr>Results Cont…</vt:lpstr>
      <vt:lpstr>Results Cont…</vt:lpstr>
      <vt:lpstr>Conclusion</vt:lpstr>
      <vt:lpstr>Thanks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of Neighborhoods</dc:title>
  <dc:creator>Prateek</dc:creator>
  <cp:lastModifiedBy>Prateek</cp:lastModifiedBy>
  <cp:revision>11</cp:revision>
  <dcterms:created xsi:type="dcterms:W3CDTF">2019-06-14T05:53:12Z</dcterms:created>
  <dcterms:modified xsi:type="dcterms:W3CDTF">2019-06-14T06:16:05Z</dcterms:modified>
</cp:coreProperties>
</file>